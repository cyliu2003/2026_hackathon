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09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チーム履歴、蜂の巣案、回転−直線変換機構案を基に、高校生メンバーが入りやすい作業単位へ整理。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05BAC"/>
          </a:solidFill>
          <a:ln w="8890">
            <a:solidFill>
              <a:srgbClr val="005BA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210312" cy="5779008"/>
          </a:xfrm>
          <a:prstGeom prst="rect">
            <a:avLst/>
          </a:prstGeom>
          <a:solidFill>
            <a:srgbClr val="003F7D"/>
          </a:solidFill>
          <a:ln w="8890">
            <a:solidFill>
              <a:srgbClr val="003F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3776" y="1344168"/>
            <a:ext cx="11201400" cy="0"/>
          </a:xfrm>
          <a:prstGeom prst="line">
            <a:avLst/>
          </a:prstGeom>
          <a:solidFill>
            <a:srgbClr val="D7E4F0"/>
          </a:solidFill>
          <a:ln w="8890">
            <a:solidFill>
              <a:srgbClr val="D7E4F0"/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645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役割分担マップ</a:t>
            </a:r>
            <a:endParaRPr 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5216" y="66751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7EB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高校生メンバー向け：どこを手伝えばよいか一目で分かる</a:t>
            </a:r>
            <a:endParaRPr 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57616" y="32004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クマのハチミツ提供システム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1179576"/>
            <a:ext cx="11018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D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基本方針：分けて作る → 最後につなぐ｜巣箱・機構／電子制御／判定／調査</a:t>
            </a:r>
            <a:endParaRPr 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682496"/>
            <a:ext cx="196596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担当領域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32888" y="1682496"/>
            <a:ext cx="146304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主担当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95928" y="1682496"/>
            <a:ext cx="406908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作る・決めること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65008" y="1682496"/>
            <a:ext cx="352044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高校生が入りやすい作業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2048256"/>
            <a:ext cx="19659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D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巣箱・ハニカム構造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32888" y="2048256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郷田さん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構造班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95928" y="2048256"/>
            <a:ext cx="40690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可動板、六角形の精度、女王蜂よけ、造形材料を整理する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65008" y="2048256"/>
            <a:ext cx="3520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紙模型、寸法表、材料比較を作る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" y="2798064"/>
            <a:ext cx="196596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D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変換機構・レール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32888" y="2798064"/>
            <a:ext cx="14630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郷田さん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↔ 劉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95928" y="2798064"/>
            <a:ext cx="406908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モータの回転を上下・横移動へ変換する。終端位置、摩擦、取付空間を決める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65008" y="2798064"/>
            <a:ext cx="35204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方式比較図、動作順序、危険点リストを作る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3547872"/>
            <a:ext cx="19659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D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電子制御・放出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32888" y="3547872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劉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制御班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95928" y="3547872"/>
            <a:ext cx="40690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疑似センサー入力から放出動作までの流れを、小型計算機・マイコンで試作する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65008" y="3547872"/>
            <a:ext cx="3520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状態遷移表、配線表、テスト記録を作る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" y="4297680"/>
            <a:ext cx="196596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D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センシング・画像判定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32888" y="4297680"/>
            <a:ext cx="14630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判定班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全員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995928" y="4297680"/>
            <a:ext cx="406908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クマ検知、蜂蜜量、蜂蜜／幼虫／空室の判別。カメラ・圧電素子候補を整理する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65008" y="4297680"/>
            <a:ext cx="35204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画像ラベル付け、判定基準表を作る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5047488"/>
            <a:ext cx="19659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D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熊抵抗・安全データ</a:t>
            </a:r>
            <a:endParaRPr 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532888" y="50474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北斗さん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劉・調査班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995928" y="5047488"/>
            <a:ext cx="40690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実物実験は行わず、文献調査・模擬実験・安全条件を整理する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65008" y="5047488"/>
            <a:ext cx="3520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調査メモ、模擬データ整理を行う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" y="6108192"/>
            <a:ext cx="11137392" cy="420624"/>
          </a:xfrm>
          <a:prstGeom prst="roundRect">
            <a:avLst/>
          </a:prstGeom>
          <a:solidFill>
            <a:srgbClr val="002D5A"/>
          </a:solidFill>
          <a:ln w="8890">
            <a:solidFill>
              <a:srgbClr val="002D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9808" y="6199632"/>
            <a:ext cx="1077163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共有ルール：構造班は「可動範囲・終端位置・センサー取付点・モータ取付スペース・配線経路」を先に制御班へ共有する。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660196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F7C8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 CJK JP" pitchFamily="34" charset="-120"/>
              </a:rPr>
              <a:t>作成元：チーム履歴・既存提案資料より整理</a:t>
            </a:r>
            <a:endParaRPr 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ワイド画面</PresentationFormat>
  <Paragraphs>37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メイリオ</vt:lpstr>
      <vt:lpstr>Arial</vt:lpstr>
      <vt:lpstr>Office Theme</vt:lpstr>
      <vt:lpstr>PowerPoint プレゼンテーション</vt:lpstr>
    </vt:vector>
  </TitlesOfParts>
  <Company>A1 Bear Honey Buffet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役割分担マップ</dc:title>
  <dc:subject>高校生向け役割分担</dc:subject>
  <dc:creator>OpenAI</dc:creator>
  <cp:lastModifiedBy>刘 承洋_LIU Chengyang(東京都市大学_Tokyo City University)</cp:lastModifiedBy>
  <cp:revision>2</cp:revision>
  <dcterms:created xsi:type="dcterms:W3CDTF">2026-05-29T09:58:30Z</dcterms:created>
  <dcterms:modified xsi:type="dcterms:W3CDTF">2026-05-29T10:04:02Z</dcterms:modified>
</cp:coreProperties>
</file>