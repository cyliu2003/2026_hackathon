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49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team chat history, the beehive draft, and the rotary-to-linear conversion proposal; reorganized into clear entry tasks for high-school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05BAC"/>
          </a:solidFill>
          <a:ln w="8890">
            <a:solidFill>
              <a:srgbClr val="005BA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210312" cy="5779008"/>
          </a:xfrm>
          <a:prstGeom prst="rect">
            <a:avLst/>
          </a:prstGeom>
          <a:solidFill>
            <a:srgbClr val="003F7D"/>
          </a:solidFill>
          <a:ln w="8890">
            <a:solidFill>
              <a:srgbClr val="003F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3776" y="1344168"/>
            <a:ext cx="11201400" cy="0"/>
          </a:xfrm>
          <a:prstGeom prst="line">
            <a:avLst/>
          </a:prstGeom>
          <a:solidFill>
            <a:srgbClr val="D7E4F0"/>
          </a:solidFill>
          <a:ln w="8890">
            <a:solidFill>
              <a:srgbClr val="D7E4F0"/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645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Role Division Map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5216" y="667512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7EB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For high-school members: where to contribute and what to prepare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57616" y="32004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Bear Honey Buffet System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1179576"/>
            <a:ext cx="110185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2D5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Core principle: build separately → integrate at interfaces | hive/mechanism · control · sensing · research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682496"/>
            <a:ext cx="1965960" cy="365760"/>
          </a:xfrm>
          <a:prstGeom prst="rect">
            <a:avLst/>
          </a:prstGeom>
          <a:solidFill>
            <a:srgbClr val="003F7D"/>
          </a:solidFill>
          <a:ln w="10160">
            <a:solidFill>
              <a:srgbClr val="003F7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Workstream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32888" y="1682496"/>
            <a:ext cx="1554480" cy="365760"/>
          </a:xfrm>
          <a:prstGeom prst="rect">
            <a:avLst/>
          </a:prstGeom>
          <a:solidFill>
            <a:srgbClr val="003F7D"/>
          </a:solidFill>
          <a:ln w="10160">
            <a:solidFill>
              <a:srgbClr val="003F7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Owner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7368" y="1682496"/>
            <a:ext cx="3977640" cy="365760"/>
          </a:xfrm>
          <a:prstGeom prst="rect">
            <a:avLst/>
          </a:prstGeom>
          <a:solidFill>
            <a:srgbClr val="003F7D"/>
          </a:solidFill>
          <a:ln w="10160">
            <a:solidFill>
              <a:srgbClr val="003F7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What to design / decide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65008" y="1682496"/>
            <a:ext cx="3520440" cy="365760"/>
          </a:xfrm>
          <a:prstGeom prst="rect">
            <a:avLst/>
          </a:prstGeom>
          <a:solidFill>
            <a:srgbClr val="003F7D"/>
          </a:solidFill>
          <a:ln w="10160">
            <a:solidFill>
              <a:srgbClr val="003F7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Easy entry tasks for students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" y="2048256"/>
            <a:ext cx="19659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D5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Hive &amp; honeycomb structure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32888" y="2048256"/>
            <a:ext cx="1554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Goda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Structure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87368" y="2048256"/>
            <a:ext cx="39776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Define movable plates, hexagon accuracy, queen excluder, and printable materials.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65008" y="2048256"/>
            <a:ext cx="3520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Make paper models, dimension tables, and material comparisons.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928" y="2798064"/>
            <a:ext cx="196596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D5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Conversion mechanism &amp; rail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32888" y="2798064"/>
            <a:ext cx="155448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Goda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↔ Liu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87368" y="2798064"/>
            <a:ext cx="397764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Convert motor rotation into vertical or linear motion. Fix end positions, friction, and mounting space.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65008" y="2798064"/>
            <a:ext cx="352044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Draw 2–3 mechanism options, operation steps, and risk points.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928" y="3547872"/>
            <a:ext cx="19659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D5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Electronic control &amp; release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32888" y="3547872"/>
            <a:ext cx="1554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Liu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Control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87368" y="3547872"/>
            <a:ext cx="39776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Prototype simulated sensor input → release action using a small computer or microcontroller.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65008" y="3547872"/>
            <a:ext cx="3520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Prepare state-flow charts, wiring tables, and test logs.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" y="4297680"/>
            <a:ext cx="196596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D5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Sensing &amp; image judgment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532888" y="4297680"/>
            <a:ext cx="155448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Sensing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All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087368" y="4297680"/>
            <a:ext cx="397764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Check bear arrival, honey amount, and honey / pupa / empty cells. Compare camera and piezo options.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65008" y="4297680"/>
            <a:ext cx="3520440" cy="749808"/>
          </a:xfrm>
          <a:prstGeom prst="rect">
            <a:avLst/>
          </a:prstGeom>
          <a:solidFill>
            <a:srgbClr val="EEF6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Label images and write simple decision rules.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6928" y="5047488"/>
            <a:ext cx="19659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D5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Bear resistance &amp; safety data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532888" y="5047488"/>
            <a:ext cx="1554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Hokuto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05BA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Liu / Research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87368" y="5047488"/>
            <a:ext cx="39776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Do not test with real animals. Use literature, mock experiments, and safety conditions first.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065008" y="5047488"/>
            <a:ext cx="3520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4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33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Summarize references and organize mock data.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66928" y="6108192"/>
            <a:ext cx="11137392" cy="420624"/>
          </a:xfrm>
          <a:prstGeom prst="roundRect">
            <a:avLst/>
          </a:prstGeom>
          <a:solidFill>
            <a:srgbClr val="002D5A"/>
          </a:solidFill>
          <a:ln w="8890">
            <a:solidFill>
              <a:srgbClr val="002D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9808" y="6199632"/>
            <a:ext cx="1077163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Interface rule: the structure team shares travel range, end positions, sensor points, motor space, and cable routing with the control team first.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6928" y="660196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F7C8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Prepared from team history and existing proposal materials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ワイド画面</PresentationFormat>
  <Paragraphs>37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プレゼンテーション</vt:lpstr>
    </vt:vector>
  </TitlesOfParts>
  <Company>A1 Bear Honey Buffet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Division Map</dc:title>
  <dc:subject>Role division for high-school members</dc:subject>
  <dc:creator>OpenAI</dc:creator>
  <cp:lastModifiedBy>刘 承洋_LIU Chengyang(東京都市大学_Tokyo City University)</cp:lastModifiedBy>
  <cp:revision>2</cp:revision>
  <dcterms:created xsi:type="dcterms:W3CDTF">2026-05-29T09:58:30Z</dcterms:created>
  <dcterms:modified xsi:type="dcterms:W3CDTF">2026-05-29T10:04:31Z</dcterms:modified>
</cp:coreProperties>
</file>